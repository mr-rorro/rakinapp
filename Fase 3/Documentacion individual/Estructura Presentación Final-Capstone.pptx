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jWbrvx82yvGETUNgVwJHEPAf9Q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f133dfaa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af133dfaaa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407886" y="1398133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CL"/>
              <a:t>Presentación Final Capstone</a:t>
            </a:r>
            <a:br>
              <a:rPr lang="es-CL"/>
            </a:br>
            <a:r>
              <a:rPr lang="es-CL" sz="3200"/>
              <a:t>“Rakin-app”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562999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/>
              <a:t>Ingeniería Informática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Escuela de Informática y Telecomunicaciones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Sede Puente Alto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2025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555827" y="2315666"/>
            <a:ext cx="299382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2"/>
          <p:cNvGrpSpPr/>
          <p:nvPr/>
        </p:nvGrpSpPr>
        <p:grpSpPr>
          <a:xfrm>
            <a:off x="4082926" y="1382434"/>
            <a:ext cx="6781017" cy="3415981"/>
            <a:chOff x="0" y="0"/>
            <a:chExt cx="6781017" cy="3415981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6781017" cy="106749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462952" y="0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Rodrigo Muñoz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full </a:t>
              </a: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stack, 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Desarrollo de backend, modelado de base de datos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06749" y="106749"/>
              <a:ext cx="1356203" cy="853995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174243"/>
              <a:ext cx="6781017" cy="106749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462952" y="1174243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Cristopher Sanchez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Full stack, </a:t>
              </a: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Líder</a:t>
              </a: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de proyecto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Desarrollo front-end, </a:t>
              </a: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Documentación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06749" y="1280992"/>
              <a:ext cx="1356203" cy="853995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2348487"/>
              <a:ext cx="6781017" cy="106749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462952" y="2348487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Gerardo Hernandez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Full stack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Testeo, </a:t>
              </a: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Documentación</a:t>
              </a: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, Apoyo </a:t>
              </a: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frontend</a:t>
              </a: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y backend</a:t>
              </a: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06749" y="2455236"/>
              <a:ext cx="1356203" cy="853995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type="title"/>
          </p:nvPr>
        </p:nvSpPr>
        <p:spPr>
          <a:xfrm>
            <a:off x="725659" y="1110713"/>
            <a:ext cx="10515600" cy="718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Descripción del Proyecto</a:t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990599" y="2292607"/>
            <a:ext cx="4254600" cy="33738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problema principal es la falta de una plataforma ordenada y confiable para comprar alimentos frescos, ya que muchos usuarios deben recurrir a procesos informales y comerciantes que no cuentan con herramientas digitales para gestionar pedidos, inventario o entregas</a:t>
            </a:r>
            <a:endParaRPr b="0" i="0" sz="1800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6664625" y="2177325"/>
            <a:ext cx="4453200" cy="37968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solución propuesta es Rakinapp, una aplicación web y móvil que permite a los usuarios comprar productos fácilmente, gestionar su carrito, pagar de forma segura y seguir sus pedidos, mientras que los administradores pueden controlar stock, productos, promociones y reportes, digitalizando completamente el proceso de compra y distribución de alimento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456903" y="3736258"/>
            <a:ext cx="893097" cy="48649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/>
          <p:nvPr/>
        </p:nvSpPr>
        <p:spPr>
          <a:xfrm>
            <a:off x="614515" y="2040571"/>
            <a:ext cx="10962967" cy="1388429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y documentar una plataforma digital llamada Rakinapp, destinada a mejorar y digitalizar el proceso de compra, gestión y distribución de alimentos frescos mediante la implementación de funcionalidades que optimicen la experiencia del usuario y la administración del sistema.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639916" y="4567307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objetivos específicos del proyecto Rakinapp consisten en levantar y documentar los requerimientos funcionales y no funcionales del sistema, diseñar su arquitectura y modelo de datos, elaborar los diagramas UML que representen su funcionamiento, desarrollar los casos de uso generales y extendidos, crear los principales artefactos técnicos como el ERS, DAS, manual de usuario y plan de pruebas, y finalmente validar la solución mediante revisiones y pruebas documentales que aseguren la coherencia, calidad y cumplimiento del propósito del proyecto.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152400" y="1197198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196850" y="3838425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>
            <p:ph type="title"/>
          </p:nvPr>
        </p:nvSpPr>
        <p:spPr>
          <a:xfrm>
            <a:off x="810065" y="809447"/>
            <a:ext cx="10515600" cy="750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Alcances y Limitaciones del Proyecto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1031395" y="1560287"/>
            <a:ext cx="10072800" cy="53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hace el Sistema:</a:t>
            </a:r>
            <a:b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Gestión completa de inventario de productos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- CRUD de productos con imágenes, precios, categorías, stock y ofertas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2. Sistema de pedidos en línea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- Clientes pueden crear pedidos con múltiples items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3. Catálogo de productos con ofertas y descuentos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- Vista de tienda en línea con categorías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- Sistema de descuentos por porcentaje (0-90%)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4. Autenticación y control de acceso por roles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- Registro e inicio de sesión con Firebase Authentication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- 3 roles: Cliente, Empleado, Administrador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5. Panel de administración con métricas en tiempo real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- Dashboard con estadísticas de ventas, órdenes y usuarios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Sistema de notificaciones en tiempo real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- Notificaciones automáticas al cambiar estado de pedidos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- Alertas de stock bajo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7. Gestión de información del comercio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- Almacenamiento de datos del negocio (nombre, dirección, teléfono, horarios)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- Página de contacto con información visible al público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f133dfaaa_0_4"/>
          <p:cNvSpPr txBox="1"/>
          <p:nvPr>
            <p:ph type="title"/>
          </p:nvPr>
        </p:nvSpPr>
        <p:spPr>
          <a:xfrm>
            <a:off x="809990" y="720147"/>
            <a:ext cx="105156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Alcances y Limitaciones del Proyecto</a:t>
            </a:r>
            <a:endParaRPr/>
          </a:p>
        </p:txBody>
      </p:sp>
      <p:sp>
        <p:nvSpPr>
          <p:cNvPr id="128" name="Google Shape;128;g3af133dfaaa_0_4"/>
          <p:cNvSpPr txBox="1"/>
          <p:nvPr/>
        </p:nvSpPr>
        <p:spPr>
          <a:xfrm>
            <a:off x="1031395" y="1560287"/>
            <a:ext cx="10072800" cy="53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no hace: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1. NO procesa pagos en línea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- No tiene integración con pasarelas de pago (Stripe, PayPal, MercadoPago, etc.)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2. NO maneja entregas ni logística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- No tiene sistema de tracking de envíos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- No calcula costos de envío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3. NO genera reportes exportables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- No exporta datos a Excel, PDF o CSV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- No genera reportes contables o fiscales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4. NO soporta múltiples tiendas o sucursales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- No permite multi-tenant (varios negocios en la misma instancia)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5. NO tiene sistema de cupones o promociones avanzadas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- Solo maneja descuentos por porcentaje en productos individuales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- No tiene códigos de cupón aplicables al pedido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NO cuenta con aplicación móvil nativa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- No envía notificaciones push nativas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7. NO implementa funciones de colaboración avanzada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- No tiene chat en tiempo real entre cliente-tienda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 txBox="1"/>
          <p:nvPr>
            <p:ph type="title"/>
          </p:nvPr>
        </p:nvSpPr>
        <p:spPr>
          <a:xfrm>
            <a:off x="841416" y="1054442"/>
            <a:ext cx="10515600" cy="75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 Funcionales</a:t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839487" y="1923143"/>
            <a:ext cx="10365542" cy="433251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Requerimientos funcionales (lo que la app debe hacer)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Registrar y gestionar productos en inventario.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Actualizar stock en tiempo real.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Generar métricas e indicadores de ventas e inventario.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Permitir a clientes realizar pedidos en línea.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Notificar al administrador sobre pedidos y stock bajo.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Permitir registro e inicio de sesión de usuarios (administradores y clientes).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/>
          <p:nvPr>
            <p:ph type="title"/>
          </p:nvPr>
        </p:nvSpPr>
        <p:spPr>
          <a:xfrm>
            <a:off x="841416" y="1054443"/>
            <a:ext cx="10515600" cy="723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 No Funcionales</a:t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948344" y="1988457"/>
            <a:ext cx="10314742" cy="422365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Requerimientos no funcionales (cómo debe hacerlo)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Interfaz intuitiva y fácil de usar.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Accesible desde dispositivos móviles.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de datos segura y confiable.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Respuesta rápida en las consultas de inventario.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Escalable para soportar múltiples negocios pequeños.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>
            <p:ph type="title"/>
          </p:nvPr>
        </p:nvSpPr>
        <p:spPr>
          <a:xfrm>
            <a:off x="641252" y="845261"/>
            <a:ext cx="10515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pic>
        <p:nvPicPr>
          <p:cNvPr id="146" name="Google Shape;14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2750" y="1366050"/>
            <a:ext cx="7560053" cy="5339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152" name="Google Shape;152;p9"/>
          <p:cNvSpPr txBox="1"/>
          <p:nvPr/>
        </p:nvSpPr>
        <p:spPr>
          <a:xfrm>
            <a:off x="725714" y="1712687"/>
            <a:ext cx="10825034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Caso Uso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5650" y="2024400"/>
            <a:ext cx="9120424" cy="446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Tecnologías del Desarrollo</a:t>
            </a:r>
            <a:endParaRPr/>
          </a:p>
        </p:txBody>
      </p:sp>
      <p:pic>
        <p:nvPicPr>
          <p:cNvPr id="159" name="Google Shape;15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5050" y="1865087"/>
            <a:ext cx="6618102" cy="4840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"/>
          <p:cNvSpPr txBox="1"/>
          <p:nvPr>
            <p:ph type="title"/>
          </p:nvPr>
        </p:nvSpPr>
        <p:spPr>
          <a:xfrm>
            <a:off x="753794" y="70274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Planificación</a:t>
            </a:r>
            <a:endParaRPr/>
          </a:p>
        </p:txBody>
      </p:sp>
      <p:sp>
        <p:nvSpPr>
          <p:cNvPr id="165" name="Google Shape;165;p11"/>
          <p:cNvSpPr txBox="1"/>
          <p:nvPr/>
        </p:nvSpPr>
        <p:spPr>
          <a:xfrm>
            <a:off x="922600" y="1843710"/>
            <a:ext cx="11079000" cy="56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Definición del alcance y objetivos</a:t>
            </a: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–  </a:t>
            </a:r>
            <a:r>
              <a:rPr i="1"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de Planificación                                                                       21/08/2025</a:t>
            </a:r>
            <a:br>
              <a:rPr i="1"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i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Asignación de roles y cronograma de trabajo </a:t>
            </a: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 </a:t>
            </a:r>
            <a:r>
              <a:rPr i="1"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de Planificación                                                   21/08/2025</a:t>
            </a:r>
            <a:br>
              <a:rPr i="1"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i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Documentación de requerimientos y análisis de usuarios </a:t>
            </a: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 </a:t>
            </a:r>
            <a:r>
              <a:rPr i="1"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de Análisis y Diseño                      03/09/2025</a:t>
            </a:r>
            <a:br>
              <a:rPr i="1"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i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Prototipo de interfaz y diseño UX/UI aprobado</a:t>
            </a: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–  </a:t>
            </a:r>
            <a:r>
              <a:rPr i="1"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de Análisis y Diseño                                        03/09/2025</a:t>
            </a:r>
            <a:br>
              <a:rPr i="1"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i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 del frontend funcional</a:t>
            </a: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–  </a:t>
            </a:r>
            <a:r>
              <a:rPr i="1"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de Desarrollo                                                                            10/09/2025</a:t>
            </a:r>
            <a:br>
              <a:rPr i="1"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i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 del backend y base de datos</a:t>
            </a: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–  </a:t>
            </a:r>
            <a:r>
              <a:rPr i="1"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de Desarrollo                                                                 10/09/2025</a:t>
            </a:r>
            <a:br>
              <a:rPr i="1"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i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completa del sistema (frontend + backend + BD) </a:t>
            </a: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 </a:t>
            </a:r>
            <a:r>
              <a:rPr i="1"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de Desarrollo                           28/10/2025</a:t>
            </a:r>
            <a:br>
              <a:rPr i="1"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i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Pruebas funcionales y de usuario (QA)</a:t>
            </a: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–  </a:t>
            </a:r>
            <a:r>
              <a:rPr i="1"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de Pruebas y QA                                                             15/10/2025</a:t>
            </a:r>
            <a:br>
              <a:rPr i="1"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i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Corrección de errores y optimización final</a:t>
            </a: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–  </a:t>
            </a:r>
            <a:r>
              <a:rPr i="1"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de Pruebas y QA                                                       17/10/2025</a:t>
            </a:r>
            <a:br>
              <a:rPr i="1"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i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Despliegue en producción y entrega oficial </a:t>
            </a: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  </a:t>
            </a:r>
            <a:r>
              <a:rPr i="1"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de Implementación y Cierre                                  28/10/2025</a:t>
            </a:r>
            <a:br>
              <a:rPr i="1"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i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del proyecto y documentación completa</a:t>
            </a: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–  </a:t>
            </a:r>
            <a:r>
              <a:rPr i="1"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de Implementación y Cierre     13/11/2025</a:t>
            </a:r>
            <a:endParaRPr i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"/>
          <p:cNvSpPr txBox="1"/>
          <p:nvPr>
            <p:ph type="title"/>
          </p:nvPr>
        </p:nvSpPr>
        <p:spPr>
          <a:xfrm>
            <a:off x="671244" y="827315"/>
            <a:ext cx="105156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s-CL" sz="3600"/>
              <a:t>Plan de Pruebas Desarrollo</a:t>
            </a:r>
            <a:endParaRPr/>
          </a:p>
        </p:txBody>
      </p:sp>
      <p:sp>
        <p:nvSpPr>
          <p:cNvPr id="171" name="Google Shape;171;p12"/>
          <p:cNvSpPr txBox="1"/>
          <p:nvPr/>
        </p:nvSpPr>
        <p:spPr>
          <a:xfrm>
            <a:off x="671244" y="1690915"/>
            <a:ext cx="9769200" cy="47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100">
                <a:solidFill>
                  <a:schemeClr val="dk1"/>
                </a:solidFill>
              </a:rPr>
              <a:t>Pruebas de Rendimiento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</a:rPr>
              <a:t>Pruebas de Carga</a:t>
            </a:r>
            <a:r>
              <a:rPr lang="es-CL" sz="1100">
                <a:solidFill>
                  <a:schemeClr val="dk1"/>
                </a:solidFill>
              </a:rPr>
              <a:t>: Verificar cómo se comporta la aplicación bajo una carga de usuarios simultáneos (por ejemplo, con herramientas como Apache JMeter).</a:t>
            </a:r>
            <a:br>
              <a:rPr lang="es-CL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</a:rPr>
              <a:t>Pruebas de Estrés</a:t>
            </a:r>
            <a:r>
              <a:rPr lang="es-CL" sz="1100">
                <a:solidFill>
                  <a:schemeClr val="dk1"/>
                </a:solidFill>
              </a:rPr>
              <a:t>: Verificar la estabilidad de la aplicación bajo condiciones extremas o inesperadas.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chemeClr val="dk1"/>
                </a:solidFill>
              </a:rPr>
              <a:t>Pruebas de Funcionalidad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</a:rPr>
              <a:t>Pruebas de Requisitos Funcionales</a:t>
            </a:r>
            <a:r>
              <a:rPr lang="es-CL" sz="1100">
                <a:solidFill>
                  <a:schemeClr val="dk1"/>
                </a:solidFill>
              </a:rPr>
              <a:t>: Verificar que cada función de la aplicación cumple con los requisitos establecidos.</a:t>
            </a:r>
            <a:br>
              <a:rPr lang="es-CL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</a:rPr>
              <a:t>Pruebas de Interfaz de Usuario (UI)</a:t>
            </a:r>
            <a:r>
              <a:rPr lang="es-CL" sz="1100">
                <a:solidFill>
                  <a:schemeClr val="dk1"/>
                </a:solidFill>
              </a:rPr>
              <a:t>: Verificar que la interfaz de usuario sea intuitiva y funcional según las especificaciones de diseño.</a:t>
            </a:r>
            <a:br>
              <a:rPr lang="es-CL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</a:rPr>
              <a:t>Pruebas de Navegación</a:t>
            </a:r>
            <a:r>
              <a:rPr lang="es-CL" sz="1100">
                <a:solidFill>
                  <a:schemeClr val="dk1"/>
                </a:solidFill>
              </a:rPr>
              <a:t>: Verificar que los usuarios puedan navegar sin problemas entre las diferentes pantallas y funcionalidades.</a:t>
            </a:r>
            <a:br>
              <a:rPr lang="es-CL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</a:rPr>
              <a:t>Pruebas de Integración</a:t>
            </a:r>
            <a:r>
              <a:rPr lang="es-CL" sz="1100">
                <a:solidFill>
                  <a:schemeClr val="dk1"/>
                </a:solidFill>
              </a:rPr>
              <a:t>: Verificar que los diferentes módulos de la aplicación se integren correctamente (por ejemplo, la conexión entre el front-end y el back-end).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chemeClr val="dk1"/>
                </a:solidFill>
              </a:rPr>
              <a:t>Pruebas de Seguridad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</a:rPr>
              <a:t>Pruebas de Autenticación</a:t>
            </a:r>
            <a:r>
              <a:rPr lang="es-CL" sz="1100">
                <a:solidFill>
                  <a:schemeClr val="dk1"/>
                </a:solidFill>
              </a:rPr>
              <a:t>: Verificar que los mecanismos de autenticación sean sólidos (por ejemplo, inicio de sesión, validación de contraseñas).</a:t>
            </a:r>
            <a:br>
              <a:rPr lang="es-CL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</a:rPr>
              <a:t>Pruebas de Autorización</a:t>
            </a:r>
            <a:r>
              <a:rPr lang="es-CL" sz="1100">
                <a:solidFill>
                  <a:schemeClr val="dk1"/>
                </a:solidFill>
              </a:rPr>
              <a:t>: Comprobar que los usuarios solo puedan acceder a las funciones y datos para los que tienen permisos.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"/>
          <p:cNvSpPr txBox="1"/>
          <p:nvPr/>
        </p:nvSpPr>
        <p:spPr>
          <a:xfrm>
            <a:off x="457158" y="86422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Prototipo o Resultado del Proyecto (Sistema)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"/>
          <p:cNvSpPr txBox="1"/>
          <p:nvPr>
            <p:ph type="title"/>
          </p:nvPr>
        </p:nvSpPr>
        <p:spPr>
          <a:xfrm>
            <a:off x="838200" y="974938"/>
            <a:ext cx="10515600" cy="6724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Reflexión Final</a:t>
            </a:r>
            <a:endParaRPr/>
          </a:p>
        </p:txBody>
      </p:sp>
      <p:sp>
        <p:nvSpPr>
          <p:cNvPr id="182" name="Google Shape;182;p14"/>
          <p:cNvSpPr/>
          <p:nvPr/>
        </p:nvSpPr>
        <p:spPr>
          <a:xfrm>
            <a:off x="903515" y="1647372"/>
            <a:ext cx="9670961" cy="3338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Lecciones Aprendidas y Obstáculos presentados con la Experiencia.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¿Cuáles fueron los principales obstáculos que se vivieron como equipo?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los evitaría para un próximo proyecto?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¿Cuáles fueron los casos más complejos en desarrollar?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¿Perciben un crecimiento en su capacidad para desarrollar proyectos informáticos reales?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¿Cuáles fueron los principales auto-aprendizajes que han logrado en el proceso?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"/>
          <p:cNvSpPr txBox="1"/>
          <p:nvPr>
            <p:ph type="title"/>
          </p:nvPr>
        </p:nvSpPr>
        <p:spPr>
          <a:xfrm>
            <a:off x="838200" y="974938"/>
            <a:ext cx="10515600" cy="6724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Responder las Preguntas del Proyecto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2015-07-01T15:45:01Z</dcterms:created>
  <dc:creator>Sala_</dc:creator>
</cp:coreProperties>
</file>