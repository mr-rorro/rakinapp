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sC76wAQZvE4Hep8GDWCOYs1sm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8d3260c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8d3260c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Capstone</a:t>
            </a:r>
            <a:br>
              <a:rPr lang="es-CL"/>
            </a:br>
            <a:r>
              <a:rPr lang="es-CL" sz="3200"/>
              <a:t>“RAKIN-APP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[Puente Alto]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300" y="1104000"/>
            <a:ext cx="6667500" cy="49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2" y="16613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-8" y="847556"/>
            <a:ext cx="9990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075" y="842977"/>
            <a:ext cx="7167947" cy="60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title"/>
          </p:nvPr>
        </p:nvSpPr>
        <p:spPr>
          <a:xfrm>
            <a:off x="116227" y="280986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04" name="Google Shape;104;p9"/>
          <p:cNvSpPr txBox="1"/>
          <p:nvPr/>
        </p:nvSpPr>
        <p:spPr>
          <a:xfrm>
            <a:off x="200714" y="1007187"/>
            <a:ext cx="10824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145" y="901625"/>
            <a:ext cx="7420856" cy="595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a8d3260c9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"/>
          <p:cNvSpPr txBox="1"/>
          <p:nvPr>
            <p:ph type="title"/>
          </p:nvPr>
        </p:nvSpPr>
        <p:spPr>
          <a:xfrm>
            <a:off x="523049" y="777933"/>
            <a:ext cx="105156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16" name="Google Shape;116;p10"/>
          <p:cNvSpPr txBox="1"/>
          <p:nvPr/>
        </p:nvSpPr>
        <p:spPr>
          <a:xfrm>
            <a:off x="663024" y="1676401"/>
            <a:ext cx="10824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0" title="Diagrama sin título.drawio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1700" y="1414825"/>
            <a:ext cx="5986287" cy="54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pic>
        <p:nvPicPr>
          <p:cNvPr id="123" name="Google Shape;12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1500" y="1712675"/>
            <a:ext cx="6989975" cy="508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/>
        </p:nvSpPr>
        <p:spPr>
          <a:xfrm>
            <a:off x="565108" y="137222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del sistema desarrollado en vivo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